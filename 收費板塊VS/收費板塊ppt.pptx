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1" r:id="rId3"/>
    <p:sldId id="258" r:id="rId4"/>
    <p:sldId id="259" r:id="rId5"/>
    <p:sldId id="260" r:id="rId6"/>
    <p:sldId id="263" r:id="rId7"/>
    <p:sldId id="265" r:id="rId8"/>
    <p:sldId id="262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&#24115;&#34399;admin@gmail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mailto:&#24115;&#34399;admin@gmail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57F00-DC96-31C5-501F-C9ADA643A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854" y="822459"/>
            <a:ext cx="7315200" cy="3255264"/>
          </a:xfrm>
        </p:spPr>
        <p:txBody>
          <a:bodyPr/>
          <a:lstStyle/>
          <a:p>
            <a:pPr algn="ctr"/>
            <a:r>
              <a:rPr lang="zh-TW" altLang="en-US" dirty="0"/>
              <a:t>收費板塊</a:t>
            </a:r>
          </a:p>
        </p:txBody>
      </p:sp>
    </p:spTree>
    <p:extLst>
      <p:ext uri="{BB962C8B-B14F-4D97-AF65-F5344CB8AC3E}">
        <p14:creationId xmlns:p14="http://schemas.microsoft.com/office/powerpoint/2010/main" val="412537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F86376-3338-BD43-94C3-8C8FE844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2800" dirty="0"/>
              <a:t>專案結構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2FE30E5-C674-9D80-A289-59263F31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703" y="228601"/>
            <a:ext cx="4278593" cy="648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31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2186FA-2C9F-7E26-4FD5-F24801A8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管理者功能展示</a:t>
            </a:r>
            <a:br>
              <a:rPr lang="en-US" altLang="zh-TW" sz="2800" dirty="0"/>
            </a:br>
            <a:r>
              <a:rPr lang="zh-TW" altLang="en-US" sz="1400" dirty="0">
                <a:solidFill>
                  <a:srgbClr val="FFFF00"/>
                </a:solidFill>
              </a:rPr>
              <a:t>首頁可直接使用房號查詢特定用戶</a:t>
            </a:r>
            <a:br>
              <a:rPr lang="en-US" altLang="zh-TW" sz="1400" dirty="0">
                <a:solidFill>
                  <a:srgbClr val="FFFF00"/>
                </a:solidFill>
              </a:rPr>
            </a:br>
            <a:br>
              <a:rPr lang="en-US" altLang="zh-TW" sz="2800" dirty="0"/>
            </a:br>
            <a:r>
              <a:rPr lang="zh-TW" altLang="en-US" sz="2000" dirty="0">
                <a:solidFill>
                  <a:schemeClr val="tx1"/>
                </a:solidFill>
                <a:latin typeface="+mn-ea"/>
                <a:ea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帳號</a:t>
            </a:r>
            <a:r>
              <a:rPr lang="en-US" altLang="zh-TW" sz="2000" dirty="0">
                <a:solidFill>
                  <a:schemeClr val="tx1"/>
                </a:solidFill>
                <a:latin typeface="+mn-ea"/>
                <a:ea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admin@gmail.com</a:t>
            </a:r>
            <a:br>
              <a:rPr lang="en-US" altLang="zh-TW" sz="200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zh-TW" altLang="en-US" sz="2000" dirty="0">
                <a:solidFill>
                  <a:schemeClr val="tx1"/>
                </a:solidFill>
                <a:latin typeface="+mn-ea"/>
                <a:ea typeface="+mn-ea"/>
              </a:rPr>
              <a:t>密碼</a:t>
            </a:r>
            <a:r>
              <a:rPr lang="en-US" altLang="zh-TW" sz="2000" dirty="0">
                <a:solidFill>
                  <a:schemeClr val="tx1"/>
                </a:solidFill>
                <a:latin typeface="+mn-ea"/>
                <a:ea typeface="+mn-ea"/>
              </a:rPr>
              <a:t>123456</a:t>
            </a:r>
            <a:endParaRPr lang="zh-TW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B07C0E8-0CA6-49B5-8D79-E6D6F2F25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200" y="1732803"/>
            <a:ext cx="7748187" cy="339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7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16D1-3880-6710-478D-AAD29EFA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85155-B915-4058-BAED-3C00C8CB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管理者功能展示</a:t>
            </a:r>
            <a:br>
              <a:rPr lang="en-US" altLang="zh-TW" sz="2800" dirty="0"/>
            </a:br>
            <a:r>
              <a:rPr lang="zh-TW" altLang="en-US" sz="2000" dirty="0">
                <a:solidFill>
                  <a:schemeClr val="tx1"/>
                </a:solidFill>
              </a:rPr>
              <a:t>可由後台設置管理者帳戶</a:t>
            </a:r>
            <a:br>
              <a:rPr lang="en-US" altLang="zh-TW" sz="2000" dirty="0">
                <a:solidFill>
                  <a:schemeClr val="tx1"/>
                </a:solidFill>
              </a:rPr>
            </a:br>
            <a:r>
              <a:rPr lang="zh-TW" altLang="en-US" sz="2000" dirty="0">
                <a:solidFill>
                  <a:schemeClr val="tx1"/>
                </a:solidFill>
              </a:rPr>
              <a:t>和連接的改資料庫</a:t>
            </a:r>
            <a:endParaRPr lang="zh-TW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3BEDF18-B954-204B-2F26-45F1FD44F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2108636"/>
            <a:ext cx="7315200" cy="263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9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44F237-BD4A-2F8E-9DB0-ED9DCA02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管理者功能展示</a:t>
            </a:r>
            <a:br>
              <a:rPr lang="en-US" altLang="zh-TW" sz="2800" dirty="0"/>
            </a:br>
            <a:r>
              <a:rPr lang="zh-TW" altLang="en-US" sz="2000" dirty="0">
                <a:solidFill>
                  <a:schemeClr val="tx1"/>
                </a:solidFill>
              </a:rPr>
              <a:t>新增帳單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905DD20-D1CF-78D9-56F6-2AAA70D9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118" y="125960"/>
            <a:ext cx="6805807" cy="294847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2B86ABA-D7A8-658A-DD78-DB1F36D0D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118" y="3326649"/>
            <a:ext cx="3407483" cy="104422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BC2B7B4-959F-082E-CF4C-4CA9A37F8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84" y="3424428"/>
            <a:ext cx="3474780" cy="116562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8A017D8-07B4-9F1B-9A46-FA9C6E0B0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495" y="4623088"/>
            <a:ext cx="6319177" cy="18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7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FDFB-8DB0-B3EE-0D3E-C1662FA1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86AED-4F35-DBF4-5BF9-778DCAA8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管理者功能展示</a:t>
            </a:r>
            <a:br>
              <a:rPr lang="en-US" altLang="zh-TW" sz="2800" dirty="0"/>
            </a:br>
            <a:r>
              <a:rPr lang="zh-TW" altLang="en-US" sz="2000" dirty="0">
                <a:solidFill>
                  <a:schemeClr val="tx1"/>
                </a:solidFill>
              </a:rPr>
              <a:t>帳單管理</a:t>
            </a:r>
            <a:br>
              <a:rPr lang="en-US" altLang="zh-TW" sz="2000" dirty="0">
                <a:solidFill>
                  <a:schemeClr val="tx1"/>
                </a:solidFill>
              </a:rPr>
            </a:br>
            <a:r>
              <a:rPr lang="zh-TW" altLang="en-US" sz="1800" dirty="0">
                <a:solidFill>
                  <a:schemeClr val="tx1"/>
                </a:solidFill>
              </a:rPr>
              <a:t>可查看或刪除用戶帳單資訊</a:t>
            </a:r>
            <a:br>
              <a:rPr lang="en-US" altLang="zh-TW" sz="2800" dirty="0"/>
            </a:br>
            <a:endParaRPr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54EF49F3-406B-A561-D915-FDE66861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811" y="353918"/>
            <a:ext cx="7784926" cy="241538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09739D2D-8F56-51D7-90CA-0C79A151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811" y="2893462"/>
            <a:ext cx="4220164" cy="1524213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C05FBCF5-BB3B-F67E-1D30-C42A60C09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626" y="4541835"/>
            <a:ext cx="7825111" cy="19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80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5BF2-3B29-02AE-4D6A-FE20B8AC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3E8AF6-37B2-C5E5-9A76-3E270F78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管理者功能展示</a:t>
            </a:r>
            <a:br>
              <a:rPr lang="en-US" altLang="zh-TW" sz="2800" dirty="0"/>
            </a:br>
            <a:r>
              <a:rPr lang="zh-TW" altLang="en-US" sz="2000" dirty="0">
                <a:solidFill>
                  <a:schemeClr val="tx1"/>
                </a:solidFill>
              </a:rPr>
              <a:t>住戶管理</a:t>
            </a:r>
            <a:br>
              <a:rPr lang="en-US" altLang="zh-TW" sz="2000" dirty="0">
                <a:solidFill>
                  <a:schemeClr val="tx1"/>
                </a:solidFill>
              </a:rPr>
            </a:br>
            <a:r>
              <a:rPr lang="zh-TW" altLang="en-US" sz="1800" dirty="0">
                <a:solidFill>
                  <a:schemeClr val="tx1"/>
                </a:solidFill>
              </a:rPr>
              <a:t>可查看或編輯用戶資訊</a:t>
            </a:r>
            <a:br>
              <a:rPr lang="en-US" altLang="zh-TW" sz="2800" dirty="0"/>
            </a:br>
            <a:endParaRPr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F4CC63-6F87-AA4E-C16A-F0348623F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282" y="730382"/>
            <a:ext cx="7734823" cy="217729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FE0BE08-63C3-D148-06FC-2F1EA3C86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283" y="3593367"/>
            <a:ext cx="7734822" cy="239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4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543DF644-4239-619C-F5F0-A3FF65D80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04"/>
            <a:ext cx="3556780" cy="18851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F0F5FF4-E4D1-989F-AFAB-BF076683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5271"/>
            <a:ext cx="3596304" cy="4416396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83CC5D3-7A28-8656-A15F-2856D5938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780" y="92379"/>
            <a:ext cx="4285358" cy="117744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9614948-921E-D41D-E881-07E7F9AB9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780" y="1312101"/>
            <a:ext cx="3297457" cy="124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5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3C710-A3DB-E320-85F5-FC341FB5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一般使用者功能展示</a:t>
            </a:r>
            <a:br>
              <a:rPr lang="en-US" altLang="zh-TW" sz="2400" dirty="0"/>
            </a:br>
            <a:r>
              <a:rPr lang="zh-TW" altLang="en-US" sz="1600" dirty="0">
                <a:solidFill>
                  <a:srgbClr val="FFFF00"/>
                </a:solidFill>
              </a:rPr>
              <a:t>首頁可直接顯示該用戶尚未繳費帳單資訊</a:t>
            </a:r>
            <a:br>
              <a:rPr lang="en-US" altLang="zh-TW" sz="2800" dirty="0"/>
            </a:br>
            <a:br>
              <a:rPr lang="en-US" altLang="zh-TW" sz="2800" dirty="0">
                <a:solidFill>
                  <a:srgbClr val="FFFF00"/>
                </a:solidFill>
              </a:rPr>
            </a:br>
            <a:r>
              <a:rPr lang="zh-TW" altLang="en-US" sz="2000" dirty="0">
                <a:solidFill>
                  <a:schemeClr val="tx1"/>
                </a:solidFill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帳號</a:t>
            </a:r>
            <a:r>
              <a:rPr lang="en-US" altLang="zh-TW" sz="2000" dirty="0">
                <a:solidFill>
                  <a:schemeClr val="tx1"/>
                </a:solidFill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bbb@gmail.com</a:t>
            </a:r>
            <a:br>
              <a:rPr lang="en-US" altLang="zh-TW" sz="2000" dirty="0">
                <a:solidFill>
                  <a:schemeClr val="tx1"/>
                </a:solidFill>
                <a:latin typeface="+mn-ea"/>
              </a:rPr>
            </a:br>
            <a:r>
              <a:rPr lang="zh-TW" altLang="en-US" sz="2000" dirty="0">
                <a:solidFill>
                  <a:schemeClr val="tx1"/>
                </a:solidFill>
                <a:latin typeface="+mn-ea"/>
              </a:rPr>
              <a:t>密碼</a:t>
            </a:r>
            <a:r>
              <a:rPr lang="en-US" altLang="zh-TW" sz="2000" dirty="0">
                <a:solidFill>
                  <a:schemeClr val="tx1"/>
                </a:solidFill>
                <a:latin typeface="+mn-ea"/>
              </a:rPr>
              <a:t>123456</a:t>
            </a:r>
            <a:br>
              <a:rPr lang="en-US" altLang="zh-TW" sz="2800" dirty="0"/>
            </a:br>
            <a:endParaRPr lang="zh-TW" altLang="en-US" sz="20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FD4053F-B948-FA0F-3128-A36C39F29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230" y="2357682"/>
            <a:ext cx="7784926" cy="224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32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BBB66F-B896-A9BD-5C50-74D49910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一般使用者功能展示</a:t>
            </a:r>
            <a:br>
              <a:rPr lang="en-US" altLang="zh-TW" sz="2400" dirty="0"/>
            </a:br>
            <a:r>
              <a:rPr lang="zh-TW" altLang="en-US" sz="2000" dirty="0">
                <a:solidFill>
                  <a:schemeClr val="tx1"/>
                </a:solidFill>
              </a:rPr>
              <a:t>繳費選項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D3490EB-3873-262E-3537-AD1914A0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61" y="2168509"/>
            <a:ext cx="2726196" cy="25118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78AE807-0E10-1956-8D00-F3BF82DB1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862" y="2168509"/>
            <a:ext cx="2712794" cy="263091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6CD6839-2E56-7DD0-64F7-BADBA3A54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761" y="2168509"/>
            <a:ext cx="2406372" cy="34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5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2FDF31-291D-4730-0D6B-0C406DA5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一般使用者功能展示</a:t>
            </a:r>
            <a:br>
              <a:rPr lang="en-US" altLang="zh-TW" sz="2000" dirty="0"/>
            </a:br>
            <a:r>
              <a:rPr lang="zh-TW" altLang="en-US" sz="2000" dirty="0">
                <a:solidFill>
                  <a:schemeClr val="tx1"/>
                </a:solidFill>
              </a:rPr>
              <a:t>繳費紀錄</a:t>
            </a:r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3BE35AE-D2A2-716E-BB20-6803396F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823" y="3424428"/>
            <a:ext cx="7373675" cy="153327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2A39F5B-E28F-4D5B-2D5A-B4A7B01AB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823" y="1668563"/>
            <a:ext cx="7412920" cy="136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62A768E-16A4-9ECF-80EF-E7FD1349A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408"/>
            <a:ext cx="3859262" cy="11711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0E766F-CA9B-39AB-B963-D3B17777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7592"/>
            <a:ext cx="3579297" cy="370770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FBC7B34-31D6-3752-C34B-9BB8344D8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148" y="1847592"/>
            <a:ext cx="2917991" cy="234862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E7A8392-44B1-55BF-B3E9-1C3E2C75C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148" y="4196219"/>
            <a:ext cx="3670887" cy="102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19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4B338-FE5B-497E-0F30-6A825E77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資料庫</a:t>
            </a:r>
            <a:r>
              <a:rPr lang="en-US" altLang="zh-TW" sz="2800" dirty="0" err="1"/>
              <a:t>SQLserver</a:t>
            </a:r>
            <a:br>
              <a:rPr lang="en-US" altLang="zh-TW" sz="2800" dirty="0"/>
            </a:br>
            <a:r>
              <a:rPr lang="zh-TW" altLang="en-US" sz="1800" dirty="0">
                <a:solidFill>
                  <a:schemeClr val="tx1"/>
                </a:solidFill>
              </a:rPr>
              <a:t>名稱資料表</a:t>
            </a:r>
            <a:r>
              <a:rPr lang="en-US" altLang="zh-TW" sz="1800" dirty="0">
                <a:solidFill>
                  <a:schemeClr val="tx1"/>
                </a:solidFill>
              </a:rPr>
              <a:t>.</a:t>
            </a:r>
            <a:r>
              <a:rPr lang="en-US" altLang="zh-TW" sz="1800" dirty="0" err="1">
                <a:solidFill>
                  <a:schemeClr val="tx1"/>
                </a:solidFill>
              </a:rPr>
              <a:t>sql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A923BD3-E94E-B3ED-F780-D63D33E4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15" y="765565"/>
            <a:ext cx="3774499" cy="27918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2648D2E-EEE2-5B07-F57D-29AB406B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415" y="3557394"/>
            <a:ext cx="3843209" cy="175364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B8EFAC0-F50C-87B6-15C3-DEDAD0477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914" y="759358"/>
            <a:ext cx="4935585" cy="260614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84BE192-E135-522F-E0E9-D41351212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913" y="3365501"/>
            <a:ext cx="4935586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62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145BD-9308-8E35-0B46-E2503A78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資料庫</a:t>
            </a:r>
            <a:r>
              <a:rPr lang="en-US" altLang="zh-TW" sz="2800" dirty="0" err="1"/>
              <a:t>SQLserver</a:t>
            </a:r>
            <a:br>
              <a:rPr lang="en-US" altLang="zh-TW" dirty="0"/>
            </a:br>
            <a:r>
              <a:rPr lang="zh-TW" altLang="en-US" sz="2000" dirty="0">
                <a:solidFill>
                  <a:schemeClr val="tx1"/>
                </a:solidFill>
              </a:rPr>
              <a:t>調整用戶、費率資料用這個</a:t>
            </a:r>
            <a:r>
              <a:rPr lang="en-US" altLang="zh-TW" sz="2000" dirty="0">
                <a:solidFill>
                  <a:schemeClr val="tx1"/>
                </a:solidFill>
              </a:rPr>
              <a:t>.</a:t>
            </a:r>
            <a:r>
              <a:rPr lang="en-US" altLang="zh-TW" sz="2000" dirty="0" err="1">
                <a:solidFill>
                  <a:schemeClr val="tx1"/>
                </a:solidFill>
              </a:rPr>
              <a:t>sql</a:t>
            </a:r>
            <a:endParaRPr lang="zh-TW" altLang="en-US" sz="2000" dirty="0"/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993EDEE7-A442-8B48-C393-247B2162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387" y="734168"/>
            <a:ext cx="4277413" cy="2397464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5B8389B2-E5D4-DFE7-C35B-A9CD1FB72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387" y="3131632"/>
            <a:ext cx="3412657" cy="2397464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9E83C8A3-1BAD-56E4-3AF1-703A73CE8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00" y="796798"/>
            <a:ext cx="3303398" cy="214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26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F88A6CD-C75D-A219-6146-7A3E87117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zh-TW" altLang="en-US" sz="2800" dirty="0"/>
              <a:t>資料庫</a:t>
            </a:r>
            <a:r>
              <a:rPr lang="en-US" altLang="zh-TW" sz="2800" dirty="0" err="1"/>
              <a:t>SQLserver</a:t>
            </a:r>
            <a:br>
              <a:rPr lang="en-US" altLang="zh-TW" dirty="0"/>
            </a:br>
            <a:r>
              <a:rPr lang="zh-TW" altLang="en-US" sz="2000" dirty="0">
                <a:solidFill>
                  <a:schemeClr val="tx1"/>
                </a:solidFill>
              </a:rPr>
              <a:t>調整用戶、費率資料用這個</a:t>
            </a:r>
            <a:r>
              <a:rPr lang="en-US" altLang="zh-TW" sz="2000" dirty="0">
                <a:solidFill>
                  <a:schemeClr val="tx1"/>
                </a:solidFill>
              </a:rPr>
              <a:t>.</a:t>
            </a:r>
            <a:r>
              <a:rPr lang="en-US" altLang="zh-TW" sz="2000" dirty="0" err="1">
                <a:solidFill>
                  <a:schemeClr val="tx1"/>
                </a:solidFill>
              </a:rPr>
              <a:t>sql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63894E2-3E98-8B6A-21CF-329BC008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519" y="770281"/>
            <a:ext cx="3715736" cy="278096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19678F1-13EB-B910-C5FF-47284F4B7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520" y="3551242"/>
            <a:ext cx="4195320" cy="258651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422DFC8-F627-1682-398C-520A057E9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255" y="770281"/>
            <a:ext cx="3506777" cy="213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54983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{6D6C6810-C298-4038-8103-F8F88DDCFD29}TF5b254a55-10e1-4643-bbf8-937ce7de93d80e99f7dc-5770ec25d792</Template>
  <TotalTime>355</TotalTime>
  <Words>159</Words>
  <Application>Microsoft Office PowerPoint</Application>
  <PresentationFormat>寬螢幕</PresentationFormat>
  <Paragraphs>13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Corbel</vt:lpstr>
      <vt:lpstr>Wingdings 2</vt:lpstr>
      <vt:lpstr>框架</vt:lpstr>
      <vt:lpstr>收費板塊</vt:lpstr>
      <vt:lpstr>專案結構</vt:lpstr>
      <vt:lpstr>管理者功能展示 首頁可直接使用房號查詢特定用戶  帳號admin@gmail.com 密碼123456</vt:lpstr>
      <vt:lpstr>管理者功能展示 可由後台設置管理者帳戶 和連接的改資料庫</vt:lpstr>
      <vt:lpstr>管理者功能展示 新增帳單</vt:lpstr>
      <vt:lpstr>管理者功能展示 帳單管理 可查看或刪除用戶帳單資訊 </vt:lpstr>
      <vt:lpstr>管理者功能展示 住戶管理 可查看或編輯用戶資訊 </vt:lpstr>
      <vt:lpstr>PowerPoint 簡報</vt:lpstr>
      <vt:lpstr>一般使用者功能展示 首頁可直接顯示該用戶尚未繳費帳單資訊  帳號bbb@gmail.com 密碼123456 </vt:lpstr>
      <vt:lpstr>一般使用者功能展示 繳費選項</vt:lpstr>
      <vt:lpstr>一般使用者功能展示 繳費紀錄</vt:lpstr>
      <vt:lpstr>PowerPoint 簡報</vt:lpstr>
      <vt:lpstr>資料庫SQLserver 名稱資料表.sql</vt:lpstr>
      <vt:lpstr>資料庫SQLserver 調整用戶、費率資料用這個.sql</vt:lpstr>
      <vt:lpstr>資料庫SQLserver 調整用戶、費率資料用這個.sql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皓鈞 詹</dc:creator>
  <cp:lastModifiedBy>皓鈞 詹</cp:lastModifiedBy>
  <cp:revision>1</cp:revision>
  <dcterms:created xsi:type="dcterms:W3CDTF">2025-10-27T01:10:36Z</dcterms:created>
  <dcterms:modified xsi:type="dcterms:W3CDTF">2025-10-27T07:06:00Z</dcterms:modified>
</cp:coreProperties>
</file>